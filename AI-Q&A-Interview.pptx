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95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5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26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3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0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1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5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2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1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1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0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D80E366-5F38-49FE-842D-9040DCE012D9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96C49B1-92CE-4EC0-A8A8-04B86162E6C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6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B8FA-3839-4952-9769-CF9956ECB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Agentic AI/MCP</a:t>
            </a:r>
            <a:r>
              <a:rPr lang="en-US" sz="4400"/>
              <a:t>/RAG/MLOPS Basics - Q</a:t>
            </a:r>
            <a:r>
              <a:rPr lang="en-US" sz="4400" dirty="0"/>
              <a:t>&amp;A</a:t>
            </a:r>
          </a:p>
        </p:txBody>
      </p:sp>
    </p:spTree>
    <p:extLst>
      <p:ext uri="{BB962C8B-B14F-4D97-AF65-F5344CB8AC3E}">
        <p14:creationId xmlns:p14="http://schemas.microsoft.com/office/powerpoint/2010/main" val="69788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0EBD-BF79-4812-BABA-B7F08D3A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15A72B-457D-42D4-8BBC-43A6C0839B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2760" y="2014632"/>
            <a:ext cx="1116198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main difference between a standard LLM response and a response generated using Retrieval-Augmented Generation (RAG)?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RAG use embeddings and vector databases to improve the relevance of generated answers?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key steps involved in building a RAG pipeline?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which scenarios is RAG more effective than a pure generative (non-retrieval) language model?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common challenges when implementing RAG systems, and how can these challenges be mitigated?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retrieval techniques in RAG systems? Explain Cosine Similarity Search 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Semantic Similarity Search, and how is it used in retrieval-based AI systems?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Share some use-cases for RAG in Industry ?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97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4A2A-017E-42EB-833B-4FC87AC1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B618-D209-4B2B-8F7D-15E7AA9D2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15" y="2175641"/>
            <a:ext cx="10735266" cy="369345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purpose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Model Context Protocol (MCP)?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MCP Tools, Resources, and Prompts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important in MCP and what methods are commonly used?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FastMCP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simplify MCP server development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Python developers?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role does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 when building MCP applications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FastMCP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Explain all 3 Transport Mechanism in MCPs 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 are the disadvantages of MCP 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to use MCP Tool or Native tools 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share you opinion 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Read Only MCP Server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How do you Monitor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MCP Server 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9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9FFD-1468-4068-B8B5-B6033347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1E3481-77D2-4DAC-8A9E-F612E0FDB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4702" y="1941971"/>
            <a:ext cx="842400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Google ADK (Agent Development Kit)?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would you use Google ADK instead of calling an LLM API directly?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an agent in Google ADK?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tools in Google ADK, and why are they needed?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an agent decide when to use a tool?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types of tasks are best suited for Google ADK?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Google ADK help in building multi-agents workflows?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some common real-world use cases of Google ADK?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How does Google ADK manage Sessions, Events and State 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What are the key differences between a single-agent setup and a multi-agent setup in Google ADK?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What are Runners and why are they useful 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Difference between Sequential/Parallel and Loop workflow ?</a:t>
            </a:r>
          </a:p>
        </p:txBody>
      </p:sp>
    </p:spTree>
    <p:extLst>
      <p:ext uri="{BB962C8B-B14F-4D97-AF65-F5344CB8AC3E}">
        <p14:creationId xmlns:p14="http://schemas.microsoft.com/office/powerpoint/2010/main" val="115200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546F-7415-4BE3-B78E-E1118DDB0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8A378-4DE0-43CA-8077-3C8EC8E0E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are some Important Libraries in building ML Models 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Training Datasets?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Splitting technique you have used for Training and Testing Data 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Name some common Algorithm and difference between them 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prediction model and how it is created 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 do you log your Model and host it Centrally ?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are the key Metrics of Model and where do you see it ?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005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</TotalTime>
  <Words>448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Agentic AI/MCP/RAG/MLOPS Basics - Q&amp;A</vt:lpstr>
      <vt:lpstr>RAG</vt:lpstr>
      <vt:lpstr>MCP</vt:lpstr>
      <vt:lpstr>AI Agents</vt:lpstr>
      <vt:lpstr>MLOPS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AI/MCP/RAG Q&amp;A</dc:title>
  <dc:creator>Admin</dc:creator>
  <cp:lastModifiedBy>Admin</cp:lastModifiedBy>
  <cp:revision>10</cp:revision>
  <dcterms:created xsi:type="dcterms:W3CDTF">2026-01-26T07:35:53Z</dcterms:created>
  <dcterms:modified xsi:type="dcterms:W3CDTF">2026-01-26T08:03:30Z</dcterms:modified>
</cp:coreProperties>
</file>